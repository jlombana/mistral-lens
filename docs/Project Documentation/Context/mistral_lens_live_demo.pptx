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118872"/>
            <a:ext cx="3291840" cy="22860"/>
          </a:xfrm>
          <a:prstGeom prst="rect">
            <a:avLst/>
          </a:prstGeom>
          <a:solidFill>
            <a:srgbClr val="3FCF8E">
              <a:alpha val="60000"/>
            </a:srgbClr>
          </a:solidFill>
          <a:ln w="12700">
            <a:solidFill>
              <a:srgbClr val="3FCF8E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4425696" y="265176"/>
            <a:ext cx="201168" cy="201168"/>
          </a:xfrm>
          <a:prstGeom prst="rect">
            <a:avLst/>
          </a:prstGeom>
          <a:solidFill>
            <a:srgbClr val="3FCF8E"/>
          </a:solidFill>
          <a:ln w="12700">
            <a:solidFill>
              <a:srgbClr val="3FC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75488"/>
            <a:ext cx="7315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3474720" y="1664208"/>
            <a:ext cx="2194560" cy="16459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D9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 Imagine a financial services firm processing 100,000 pages/month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2D9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contracts, invoices, reports — at $0.75/page and 85% accuracy… 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724912"/>
            <a:ext cx="1572768" cy="18745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FCF8E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28437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307238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1208" y="37490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B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 — contracts,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9B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reports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" y="4261104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3FCF8E">
              <a:alpha val="25000"/>
            </a:srgbClr>
          </a:solidFill>
          <a:ln w="12700">
            <a:solidFill>
              <a:srgbClr val="3FCF8E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426110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OCR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39696" y="2724912"/>
            <a:ext cx="1572768" cy="18745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FCF8E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7712" y="28437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9424" y="307238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text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249424" y="37490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B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→ Markdown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9B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WER scored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49424" y="4261104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3FCF8E">
              <a:alpha val="25000"/>
            </a:srgbClr>
          </a:solidFill>
          <a:ln w="12700">
            <a:solidFill>
              <a:srgbClr val="3FCF8E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9424" y="426110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67912" y="2724912"/>
            <a:ext cx="1572768" cy="18745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FCF8E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95928" y="28437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307238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topic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77640" y="37490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B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labels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9B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score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77640" y="4261104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3FCF8E">
              <a:alpha val="25000"/>
            </a:srgbClr>
          </a:solidFill>
          <a:ln w="12700">
            <a:solidFill>
              <a:srgbClr val="3FCF8E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426110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mistral-small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96128" y="2724912"/>
            <a:ext cx="1572768" cy="18745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FCF8E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24144" y="28437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05856" y="307238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per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705856" y="37490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B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9B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LLM-as-judge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05856" y="4261104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3FCF8E">
              <a:alpha val="25000"/>
            </a:srgbClr>
          </a:solidFill>
          <a:ln w="12700">
            <a:solidFill>
              <a:srgbClr val="3FCF8E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05856" y="426110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mistral-medium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24344" y="2724912"/>
            <a:ext cx="1572768" cy="18745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FCF8E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28437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34072" y="307238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ROI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434072" y="37490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B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$0.75 → $0.001/pg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9B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→ 97%+ acc.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34072" y="4261104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3FCF8E">
              <a:alpha val="25000"/>
            </a:srgbClr>
          </a:solidFill>
          <a:ln w="12700">
            <a:solidFill>
              <a:srgbClr val="3FCF8E">
                <a:alpha val="5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34072" y="426110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144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demo time: 5–7 minutes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 Lens – Live Demo</dc:title>
  <dc:subject>PptxGenJS Presentation</dc:subject>
  <dc:creator>PptxGenJS</dc:creator>
  <cp:lastModifiedBy>PptxGenJS</cp:lastModifiedBy>
  <cp:revision>1</cp:revision>
  <dcterms:created xsi:type="dcterms:W3CDTF">2026-03-14T19:19:27Z</dcterms:created>
  <dcterms:modified xsi:type="dcterms:W3CDTF">2026-03-14T19:19:27Z</dcterms:modified>
</cp:coreProperties>
</file>